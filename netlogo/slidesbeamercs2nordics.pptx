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Venue-based Interventions in an Agent-Based Model of Residential Segregation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Vsevolod Suschevskiy, Linköping University, Benjamin Jarvis, Linköping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Venues as an important element of residential segregation</a:t>
            </a:r>
          </a:p>
          <a:p>
            <a:pPr lvl="0"/>
            <a:r>
              <a:rPr/>
              <a:t>Analytical (sociology) framework</a:t>
            </a:r>
          </a:p>
          <a:p>
            <a:pPr lvl="0"/>
            <a:r>
              <a:rPr/>
              <a:t>ABM Design concepts</a:t>
            </a:r>
          </a:p>
          <a:p>
            <a:pPr lvl="0"/>
            <a:r>
              <a:rPr/>
              <a:t>I will try to convince you that my model is reasonable</a:t>
            </a:r>
          </a:p>
          <a:p>
            <a:pPr lvl="0"/>
            <a:r>
              <a:rPr/>
              <a:t>Simulation results</a:t>
            </a:r>
          </a:p>
          <a:p>
            <a:pPr lvl="0"/>
            <a:r>
              <a:rPr/>
              <a:t>What is next and public engagement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Template Slide One: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Agent-based modeling enables systematic testing of spatial interventions on neighborhood sorting dynamics.</a:t>
            </a:r>
          </a:p>
          <a:p>
            <a:pPr lvl="0"/>
            <a:r>
              <a:rPr/>
              <a:t>Street networks form local neighborhood connectivity, while expressways function as barriers[cite: 1, 2].</a:t>
            </a:r>
          </a:p>
          <a:p>
            <a:pPr lvl="0"/>
            <a:r>
              <a:rPr/>
              <a:t>Venues provide agents with alternative utility anchors outside immediate residential blocks[cite: 1, 2].</a:t>
            </a:r>
          </a:p>
          <a:p>
            <a:pPr lvl="0"/>
            <a:r>
              <a:rPr/>
              <a:t>Agents evaluate location utility using a weighted combination of neighbor composition and venue accessibility[cite: 1, 2].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Template Slide Two: Findings and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Simulations reveal critical divergences across geographic scales following amenity-based interventions[cite: 1].</a:t>
            </a:r>
          </a:p>
          <a:p>
            <a:pPr lvl="0"/>
            <a:r>
              <a:rPr/>
              <a:t>Localized venue placement alters meso-level cluster concentrations without changing macro indices[cite: 1].</a:t>
            </a:r>
          </a:p>
          <a:p>
            <a:pPr lvl="0"/>
            <a:r>
              <a:rPr/>
              <a:t>System-wide integrated placements fracture macro residential segregation enclaves[cite: 1].</a:t>
            </a:r>
          </a:p>
          <a:p>
            <a:pPr lvl="0"/>
            <a:r>
              <a:rPr/>
              <a:t>Interactive physicalizations translate simulation dynamics into tangible public exploranations[cite: 1, 2].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Venue-based Interventions in an Agent-Based Model of Residential Segregation</dc:title>
  <dc:creator>Vsevolod Suschevskiy, Linköping University, Benjamin Jarvis, Linköping University</dc:creator>
  <cp:keywords/>
  <dcterms:created xsi:type="dcterms:W3CDTF">2026-09-16T14:01:34Z</dcterms:created>
  <dcterms:modified xsi:type="dcterms:W3CDTF">2026-09-16T14:01:34Z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